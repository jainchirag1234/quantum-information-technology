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8"/>
  </p:notesMasterIdLst>
  <p:sldIdLst>
    <p:sldId id="256" r:id="rId2"/>
    <p:sldId id="273" r:id="rId3"/>
    <p:sldId id="274" r:id="rId4"/>
    <p:sldId id="276" r:id="rId5"/>
    <p:sldId id="278" r:id="rId6"/>
    <p:sldId id="279" r:id="rId7"/>
    <p:sldId id="280" r:id="rId8"/>
    <p:sldId id="282" r:id="rId9"/>
    <p:sldId id="283" r:id="rId10"/>
    <p:sldId id="281" r:id="rId11"/>
    <p:sldId id="284" r:id="rId12"/>
    <p:sldId id="285" r:id="rId13"/>
    <p:sldId id="286" r:id="rId14"/>
    <p:sldId id="287" r:id="rId15"/>
    <p:sldId id="288" r:id="rId16"/>
    <p:sldId id="28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05FD8-F2CE-4CE4-9675-D6415F3C71BB}" v="21" dt="2024-04-05T16:26:10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95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6B093-F249-4441-BBE0-9B5D55600BDC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B9BDD-500D-4F37-8A2C-856FCC8A0CF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87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31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98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70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18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31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27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71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78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37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84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28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16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26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75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1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49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4B7AE-AE14-4FE7-979F-58313D580A57}" type="datetimeFigureOut">
              <a:rPr lang="en-IN" smtClean="0"/>
              <a:t>25-10-2025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49C90A-0BF9-46D9-AFBD-AADE91A6C2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08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345881-614E-461A-F693-079040F7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788" y="1525554"/>
            <a:ext cx="7604449" cy="765110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1130D-7D0E-6977-D27C-E3475B188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788" y="2925147"/>
            <a:ext cx="7688424" cy="774441"/>
          </a:xfrm>
          <a:noFill/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Information Technology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6DAC5-22FD-95F9-A09B-D37CD1087C96}"/>
              </a:ext>
            </a:extLst>
          </p:cNvPr>
          <p:cNvSpPr txBox="1"/>
          <p:nvPr/>
        </p:nvSpPr>
        <p:spPr>
          <a:xfrm>
            <a:off x="5430417" y="4334071"/>
            <a:ext cx="2341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Chirag Jain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530E5-67F8-E2FC-F617-74CA1E0D9E34}"/>
              </a:ext>
            </a:extLst>
          </p:cNvPr>
          <p:cNvSpPr txBox="1"/>
          <p:nvPr/>
        </p:nvSpPr>
        <p:spPr>
          <a:xfrm>
            <a:off x="830424" y="5040058"/>
            <a:ext cx="374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By:-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 Mrs Nisha Rana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63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89D5-45C4-AAD5-7FA6-392F243E9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127" y="214604"/>
            <a:ext cx="2976465" cy="895739"/>
          </a:xfrm>
          <a:noFill/>
        </p:spPr>
        <p:txBody>
          <a:bodyPr/>
          <a:lstStyle/>
          <a:p>
            <a:pPr algn="l"/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IN" dirty="0">
                <a:solidFill>
                  <a:srgbClr val="7030A0"/>
                </a:solidFill>
              </a:rPr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33787-852D-CD70-10B6-0B6DEF711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1259632"/>
            <a:ext cx="6139543" cy="5598367"/>
          </a:xfrm>
          <a:noFill/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Quantum Information Technology?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Quantum Information Technology Works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 in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Information Technology Security Areas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 Quantum Information Technology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65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5354-4AB6-601F-62F1-980D91FF4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28" y="350694"/>
            <a:ext cx="4217437" cy="799912"/>
          </a:xfrm>
          <a:noFill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EC630-6ADF-107B-923E-D07479399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91" y="3881534"/>
            <a:ext cx="7587998" cy="2327192"/>
          </a:xfrm>
          <a:noFill/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Quantum technologies have been under development worldwide for more than 20 years, resulting in promising results and progress.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main research subject of quantum technology is the interdisciplinary subject of quantum mechanics and Information and Communication Technology (ICT).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Quantum information technology is a multidisciplinary field that seeks to understand the processing and transmission of information using quantum mechanics principles.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67B9D-EA89-2A97-1735-0773EACD5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025" y="1387794"/>
            <a:ext cx="4124131" cy="218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1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42EC-C11B-379C-7863-38A24BD59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479" y="1017036"/>
            <a:ext cx="6810551" cy="1666897"/>
          </a:xfrm>
          <a:noFill/>
        </p:spPr>
        <p:txBody>
          <a:bodyPr/>
          <a:lstStyle/>
          <a:p>
            <a:pPr algn="l"/>
            <a:r>
              <a:rPr lang="en-US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Quantum Information Technology?</a:t>
            </a:r>
            <a:endParaRPr lang="en-IN" sz="4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696BD-20FC-B8A0-D385-FA426AD00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224" y="3297665"/>
            <a:ext cx="7791062" cy="2957130"/>
          </a:xfrm>
          <a:noFill/>
        </p:spPr>
        <p:txBody>
          <a:bodyPr>
            <a:noAutofit/>
          </a:bodyPr>
          <a:lstStyle/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information refers to both the technical definition in terms of Von Neumannentropy and the general computational term.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an interdisciplinary field that involve quantum mechanics, computer science, information theory, philosophy and cryptography among other fields.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Its study is also relevant to disciplines such as cognitive </a:t>
            </a:r>
            <a:r>
              <a:rPr lang="en-IN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science,psychology</a:t>
            </a:r>
            <a:r>
              <a:rPr lang="en-IN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neuroscience.Its main focus is in extracting information from matter at the microscopic scale</a:t>
            </a:r>
            <a:r>
              <a:rPr lang="en-IN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l"/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2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FC7B-0604-C89B-2152-326115404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748" y="662473"/>
            <a:ext cx="5327779" cy="1474237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History of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9153B-9CBD-DD16-01F6-286C4B732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506" y="2575249"/>
            <a:ext cx="6774024" cy="312575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1950s - Birth of Quantum Mechanics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1980s - Quantum Computing Concept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1990s - Quantum Cryptography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1994 - Shor's Algorithm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Late 1990s - First Quantum Algorithms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Early 2000s - Experimental Progress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2010s - Rise of Quantum Hardware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	Current Era - Quantum Information Technology Ecosystem</a:t>
            </a:r>
          </a:p>
        </p:txBody>
      </p:sp>
    </p:spTree>
    <p:extLst>
      <p:ext uri="{BB962C8B-B14F-4D97-AF65-F5344CB8AC3E}">
        <p14:creationId xmlns:p14="http://schemas.microsoft.com/office/powerpoint/2010/main" val="34180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3237-6D96-33C7-CC1A-6A5CBEC9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Quantum Information Technology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85C7-139D-BE00-959C-BFAECDFED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Qubits (Quantum Bits)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Gates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Circuits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Algorithms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Memory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Entanglement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Teleportation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Sensing and Metrology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Hardware</a:t>
            </a:r>
          </a:p>
        </p:txBody>
      </p:sp>
    </p:spTree>
    <p:extLst>
      <p:ext uri="{BB962C8B-B14F-4D97-AF65-F5344CB8AC3E}">
        <p14:creationId xmlns:p14="http://schemas.microsoft.com/office/powerpoint/2010/main" val="230710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74DB-90D1-0F73-100E-B9CD281D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Architecture of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BA3F-A44A-7A94-72B0-AF839DAAE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Processing Unit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Communication Architecture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Networking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Key Distribution (QKD)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Memory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Error Correction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Sensing and Metrology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Software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Calibration and Error Monitoring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Interfaces</a:t>
            </a:r>
          </a:p>
        </p:txBody>
      </p:sp>
    </p:spTree>
    <p:extLst>
      <p:ext uri="{BB962C8B-B14F-4D97-AF65-F5344CB8AC3E}">
        <p14:creationId xmlns:p14="http://schemas.microsoft.com/office/powerpoint/2010/main" val="108389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3B12-914B-88C3-E96C-49630D55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Quantum Information Technology Works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7564AA-162B-D89F-2162-858D21E55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080260"/>
            <a:ext cx="6652261" cy="3764280"/>
          </a:xfrm>
        </p:spPr>
      </p:pic>
    </p:spTree>
    <p:extLst>
      <p:ext uri="{BB962C8B-B14F-4D97-AF65-F5344CB8AC3E}">
        <p14:creationId xmlns:p14="http://schemas.microsoft.com/office/powerpoint/2010/main" val="298038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9D85-B4A9-50BC-DD82-57529CB7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kern="100" dirty="0">
                <a:solidFill>
                  <a:srgbClr val="40404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Quantum Information Technology</a:t>
            </a:r>
            <a:endParaRPr lang="en-IN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B0DD7EBC-F6D9-FE32-2FD9-BFD4C4E56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86" y="1930400"/>
            <a:ext cx="6443363" cy="4461069"/>
          </a:xfrm>
        </p:spPr>
      </p:pic>
    </p:spTree>
    <p:extLst>
      <p:ext uri="{BB962C8B-B14F-4D97-AF65-F5344CB8AC3E}">
        <p14:creationId xmlns:p14="http://schemas.microsoft.com/office/powerpoint/2010/main" val="153775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C7F5-C016-AC09-7B67-286C12A52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89560"/>
            <a:ext cx="6278880" cy="1363980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Technology use in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F167F-BD4A-725E-9935-97D32C858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75" y="1836420"/>
            <a:ext cx="5826719" cy="3372273"/>
          </a:xfrm>
        </p:spPr>
        <p:txBody>
          <a:bodyPr>
            <a:norm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Communication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Cryptography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Sensing and Imaging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Internet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Software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Quantum Algorithms </a:t>
            </a:r>
          </a:p>
        </p:txBody>
      </p:sp>
    </p:spTree>
    <p:extLst>
      <p:ext uri="{BB962C8B-B14F-4D97-AF65-F5344CB8AC3E}">
        <p14:creationId xmlns:p14="http://schemas.microsoft.com/office/powerpoint/2010/main" val="63561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0A15-E5E7-140A-BBA3-F31583E1E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635" y="335280"/>
            <a:ext cx="6047445" cy="1277156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Functions of Quantum Information Technology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DE03F-A13D-47AA-973F-460CC4EA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195" y="1790700"/>
            <a:ext cx="5826719" cy="284649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Algorithms Method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Software Development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Materials and Devices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and International Initiatives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Ethics and Security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Supremacy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Education and Outreach</a:t>
            </a:r>
          </a:p>
        </p:txBody>
      </p:sp>
    </p:spTree>
    <p:extLst>
      <p:ext uri="{BB962C8B-B14F-4D97-AF65-F5344CB8AC3E}">
        <p14:creationId xmlns:p14="http://schemas.microsoft.com/office/powerpoint/2010/main" val="402433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C155-EF8E-5109-B531-3D55E5E70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735" y="198120"/>
            <a:ext cx="5826719" cy="1452416"/>
          </a:xfrm>
        </p:spPr>
        <p:txBody>
          <a:bodyPr/>
          <a:lstStyle/>
          <a:p>
            <a:pPr algn="l"/>
            <a:r>
              <a:rPr lang="en-IN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Quantum Information Technology Security Areas</a:t>
            </a:r>
            <a:endParaRPr lang="en-IN" sz="4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9E35A-86F1-B254-E3A2-CC8187CCA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95" y="1868593"/>
            <a:ext cx="5826719" cy="3120813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Quantum random number generation is fundamental to cryptography.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Quantum-secure communications, specifically quantum key distribution (QKD).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The most controversial application of QC is its potential for breaking public-key cryptography, specifically the RSA algorithm, which is at the heart of the nearly $4 trillion ecommerce industry. 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 Machine learning has revolutionized cybersecurity, enabling novel attacks to be detected and blocked.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39AACB-223D-8409-7665-B52ED9EBE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719" y="4023360"/>
            <a:ext cx="2476499" cy="247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0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5DF2-A813-A0F8-69E2-079475ECE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198120"/>
            <a:ext cx="5989320" cy="1275546"/>
          </a:xfrm>
        </p:spPr>
        <p:txBody>
          <a:bodyPr/>
          <a:lstStyle/>
          <a:p>
            <a:pPr algn="l"/>
            <a:r>
              <a:rPr lang="en-IN" sz="4000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of Quantum Information Technology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BB0E0-F0BC-6507-4606-61CE7BA4A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15" y="1653540"/>
            <a:ext cx="5925525" cy="4000500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Artificial Intelligence (AI)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Better Batteries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Cleaner Fertilization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Cybersecurity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Molecular Simulation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Electronic Materials Discovery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Financial Modeling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Solar Capture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Traffic Optimization</a:t>
            </a:r>
          </a:p>
          <a:p>
            <a:pPr algn="l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	Weather Forecasting and Climate Change</a:t>
            </a:r>
          </a:p>
        </p:txBody>
      </p:sp>
    </p:spTree>
    <p:extLst>
      <p:ext uri="{BB962C8B-B14F-4D97-AF65-F5344CB8AC3E}">
        <p14:creationId xmlns:p14="http://schemas.microsoft.com/office/powerpoint/2010/main" val="290217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A3CB-5237-0AF2-BE38-19909AF5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of Quantum Information Technology</a:t>
            </a:r>
            <a:br>
              <a:rPr lang="en-IN" sz="40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5126-E2A4-8151-F361-CDD9D5F15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482806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Quantum Parallelism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Improved Optimization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Simulating Quantum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Exponential Speedup for Certain Problems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Machine Learning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Reduced Communication Complexity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Post-Quantum Cryptography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Standardization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Ethical and Security Implications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Resource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Educational and Workforce Development</a:t>
            </a:r>
          </a:p>
        </p:txBody>
      </p:sp>
    </p:spTree>
    <p:extLst>
      <p:ext uri="{BB962C8B-B14F-4D97-AF65-F5344CB8AC3E}">
        <p14:creationId xmlns:p14="http://schemas.microsoft.com/office/powerpoint/2010/main" val="287492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03F2-5CAF-E849-9D44-CA0E62B9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Disadvantages of Quantum Information Technology</a:t>
            </a:r>
            <a:br>
              <a:rPr lang="en-IN" sz="3600" kern="100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B193-DC82-9088-4589-FAEF249CB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Technical Complexity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Limited Scalability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 Resource Requirements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Limited Applicability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Quantum Software Development Challenges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Environmental Impact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Security Implications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Interference and Noise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Ethical and Social Implications</a:t>
            </a:r>
          </a:p>
        </p:txBody>
      </p:sp>
    </p:spTree>
    <p:extLst>
      <p:ext uri="{BB962C8B-B14F-4D97-AF65-F5344CB8AC3E}">
        <p14:creationId xmlns:p14="http://schemas.microsoft.com/office/powerpoint/2010/main" val="261331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A34B8-1062-F2F9-E5FF-AE04575ABE48}"/>
              </a:ext>
            </a:extLst>
          </p:cNvPr>
          <p:cNvSpPr txBox="1"/>
          <p:nvPr/>
        </p:nvSpPr>
        <p:spPr>
          <a:xfrm>
            <a:off x="1698172" y="2528597"/>
            <a:ext cx="52811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790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523</TotalTime>
  <Words>657</Words>
  <Application>Microsoft Office PowerPoint</Application>
  <PresentationFormat>On-screen Show (4:3)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Courier New</vt:lpstr>
      <vt:lpstr>Symbol</vt:lpstr>
      <vt:lpstr>Times New Roman</vt:lpstr>
      <vt:lpstr>Trebuchet MS</vt:lpstr>
      <vt:lpstr>Wingdings</vt:lpstr>
      <vt:lpstr>Wingdings 3</vt:lpstr>
      <vt:lpstr>Facet</vt:lpstr>
      <vt:lpstr>PRESENTATION</vt:lpstr>
      <vt:lpstr>Content  </vt:lpstr>
      <vt:lpstr>Introduction</vt:lpstr>
      <vt:lpstr>What is Quantum Information Technology?</vt:lpstr>
      <vt:lpstr>History of Quantum Information Technology</vt:lpstr>
      <vt:lpstr>Components of Quantum Information Technology</vt:lpstr>
      <vt:lpstr>Architecture of Quantum Information Technology</vt:lpstr>
      <vt:lpstr>How Quantum Information Technology Works</vt:lpstr>
      <vt:lpstr>Types of Quantum Information Technology</vt:lpstr>
      <vt:lpstr>Technology use in Quantum Information Technology</vt:lpstr>
      <vt:lpstr>Functions of Quantum Information Technology</vt:lpstr>
      <vt:lpstr>Quantum Information Technology Security Areas</vt:lpstr>
      <vt:lpstr>Applications of Quantum Information Technology</vt:lpstr>
      <vt:lpstr>Advantages of Quantum Information Technology </vt:lpstr>
      <vt:lpstr>Disadvantages of Quantum Information Technology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Information Technology</dc:title>
  <dc:creator>chirag jain</dc:creator>
  <cp:lastModifiedBy>chirag jain</cp:lastModifiedBy>
  <cp:revision>17</cp:revision>
  <dcterms:created xsi:type="dcterms:W3CDTF">2024-03-03T10:17:23Z</dcterms:created>
  <dcterms:modified xsi:type="dcterms:W3CDTF">2025-10-25T08:39:32Z</dcterms:modified>
</cp:coreProperties>
</file>